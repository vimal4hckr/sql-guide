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301" r:id="rId3"/>
    <p:sldId id="303" r:id="rId4"/>
    <p:sldId id="304" r:id="rId5"/>
    <p:sldId id="305" r:id="rId6"/>
    <p:sldId id="306" r:id="rId7"/>
    <p:sldId id="307" r:id="rId8"/>
  </p:sldIdLst>
  <p:sldSz cx="9144000" cy="6858000" type="screen4x3"/>
  <p:notesSz cx="6858000" cy="9144000"/>
  <p:embeddedFontLst>
    <p:embeddedFont>
      <p:font typeface="Roboto Condensed Light" panose="020B0604020202020204" charset="0"/>
      <p:regular r:id="rId10"/>
      <p:bold r:id="rId11"/>
      <p:italic r:id="rId12"/>
      <p:boldItalic r:id="rId13"/>
    </p:embeddedFont>
    <p:embeddedFont>
      <p:font typeface="Arvo" panose="020B0604020202020204" charset="0"/>
      <p:regular r:id="rId14"/>
      <p:bold r:id="rId15"/>
      <p:italic r:id="rId16"/>
      <p:boldItalic r:id="rId17"/>
    </p:embeddedFont>
    <p:embeddedFont>
      <p:font typeface="Roboto Condensed" panose="020B0604020202020204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CFE"/>
    <a:srgbClr val="C6E6FC"/>
    <a:srgbClr val="C5D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84342" autoAdjust="0"/>
  </p:normalViewPr>
  <p:slideViewPr>
    <p:cSldViewPr>
      <p:cViewPr varScale="1">
        <p:scale>
          <a:sx n="58" d="100"/>
          <a:sy n="58" d="100"/>
        </p:scale>
        <p:origin x="15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529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22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454351"/>
            <a:ext cx="8847502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5704465"/>
            <a:ext cx="5480829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onthenet.com/mysql/grant_revoke.php" TargetMode="External"/><Relationship Id="rId2" Type="http://schemas.openxmlformats.org/officeDocument/2006/relationships/hyperlink" Target="https://www.geeksforgeeks.org/mysql-grant-revoke-privileg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Data Control Language (DCL)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rgbClr val="FFFF00"/>
                </a:solidFill>
              </a:rPr>
              <a:t>What is DCL?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502142" cy="3632400"/>
          </a:xfr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Data Control Language (DCL) is a subset of SQL (Structured Query Language) that is used to control access to the database and manage permissions </a:t>
            </a:r>
            <a:r>
              <a:rPr lang="en-IN" dirty="0" smtClean="0"/>
              <a:t>and </a:t>
            </a:r>
            <a:r>
              <a:rPr lang="en-IN" dirty="0"/>
              <a:t>privileges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DCL consists of a set of commands that allow you to control the authorization and security aspects of a database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5245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rgbClr val="FFFF00"/>
                </a:solidFill>
              </a:rPr>
              <a:t>1. GRANT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204863"/>
            <a:ext cx="7502141" cy="3478187"/>
          </a:xfr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dirty="0"/>
              <a:t>The GRANT command is used to give specific privileges or permissions to users or user roles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dirty="0"/>
              <a:t>Privileges define what actions or operations a user can perform on database objects such as tables, views, procedures, etc</a:t>
            </a:r>
            <a:r>
              <a:rPr lang="en-IN" dirty="0" smtClean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67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Examples</a:t>
            </a: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070093" cy="3632400"/>
          </a:xfrm>
        </p:spPr>
        <p:txBody>
          <a:bodyPr anchor="ctr"/>
          <a:lstStyle/>
          <a:p>
            <a:r>
              <a:rPr lang="en-IN" b="1" dirty="0"/>
              <a:t>GRANT</a:t>
            </a:r>
            <a:r>
              <a:rPr lang="en-IN" dirty="0"/>
              <a:t> SELECT, INSERT, UPDATE ON employees </a:t>
            </a:r>
            <a:r>
              <a:rPr lang="en-IN" b="1" dirty="0"/>
              <a:t>TO</a:t>
            </a:r>
            <a:r>
              <a:rPr lang="en-IN" dirty="0"/>
              <a:t> user1</a:t>
            </a:r>
            <a:r>
              <a:rPr lang="en-IN" dirty="0" smtClean="0"/>
              <a:t>;</a:t>
            </a:r>
          </a:p>
          <a:p>
            <a:endParaRPr lang="en-IN" dirty="0"/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In the example above, the GRANT command grants the SELECT, INSERT, and UPDATE privileges on the "employees" table to the user named "user1".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455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rgbClr val="FFFF00"/>
                </a:solidFill>
              </a:rPr>
              <a:t>2</a:t>
            </a:r>
            <a:r>
              <a:rPr lang="en-IN" sz="2400" dirty="0">
                <a:solidFill>
                  <a:srgbClr val="FFFF00"/>
                </a:solidFill>
              </a:rPr>
              <a:t>. REVOKE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502141" cy="36324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IN" dirty="0"/>
              <a:t>The REVOKE command is used to revoke or remove privileges from users or user </a:t>
            </a:r>
            <a:r>
              <a:rPr lang="en-IN" dirty="0" smtClean="0"/>
              <a:t>roles.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It </a:t>
            </a:r>
            <a:r>
              <a:rPr lang="en-IN" dirty="0"/>
              <a:t>allows you to take away specific privileges that have been previously </a:t>
            </a:r>
            <a:r>
              <a:rPr lang="en-IN" dirty="0" smtClean="0"/>
              <a:t>granted.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By </a:t>
            </a:r>
            <a:r>
              <a:rPr lang="en-IN" dirty="0"/>
              <a:t>using the REVOKE command, you can revoke privileges at the database level, table level, or column level.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469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Examples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6566037" cy="3632400"/>
          </a:xfrm>
        </p:spPr>
        <p:txBody>
          <a:bodyPr/>
          <a:lstStyle/>
          <a:p>
            <a:r>
              <a:rPr lang="en-IN" b="1" dirty="0"/>
              <a:t>REVOKE INSERT ON </a:t>
            </a:r>
            <a:r>
              <a:rPr lang="en-IN" dirty="0"/>
              <a:t>employees </a:t>
            </a:r>
            <a:r>
              <a:rPr lang="en-IN" b="1" dirty="0" smtClean="0"/>
              <a:t>FROM</a:t>
            </a:r>
            <a:r>
              <a:rPr lang="en-IN" dirty="0" smtClean="0"/>
              <a:t> </a:t>
            </a:r>
            <a:r>
              <a:rPr lang="en-IN" dirty="0"/>
              <a:t>user1</a:t>
            </a:r>
            <a:r>
              <a:rPr lang="en-IN" dirty="0" smtClean="0"/>
              <a:t>;</a:t>
            </a:r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In the example above, the REVOKE command removes the INSERT privilege on the "employees" table from the user named "user1".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9282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References</a:t>
            </a: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214109" cy="3632400"/>
          </a:xfrm>
        </p:spPr>
        <p:txBody>
          <a:bodyPr/>
          <a:lstStyle/>
          <a:p>
            <a:r>
              <a:rPr lang="en-IN" dirty="0">
                <a:latin typeface="Cambria" pitchFamily="18" charset="0"/>
                <a:hlinkClick r:id="rId2"/>
              </a:rPr>
              <a:t>https://www.geeksforgeeks.org/mysql-grant-revoke-privileges</a:t>
            </a:r>
            <a:r>
              <a:rPr lang="en-IN" dirty="0" smtClean="0">
                <a:latin typeface="Cambria" pitchFamily="18" charset="0"/>
                <a:hlinkClick r:id="rId2"/>
              </a:rPr>
              <a:t>/</a:t>
            </a:r>
            <a:endParaRPr lang="en-IN" dirty="0" smtClean="0">
              <a:latin typeface="Cambria" pitchFamily="18" charset="0"/>
            </a:endParaRPr>
          </a:p>
          <a:p>
            <a:endParaRPr lang="en-IN" dirty="0">
              <a:latin typeface="Cambria" pitchFamily="18" charset="0"/>
            </a:endParaRPr>
          </a:p>
          <a:p>
            <a:r>
              <a:rPr lang="en-IN" dirty="0">
                <a:latin typeface="Cambria" pitchFamily="18" charset="0"/>
                <a:hlinkClick r:id="rId3"/>
              </a:rPr>
              <a:t>https://</a:t>
            </a:r>
            <a:r>
              <a:rPr lang="en-IN" dirty="0" smtClean="0">
                <a:latin typeface="Cambria" pitchFamily="18" charset="0"/>
                <a:hlinkClick r:id="rId3"/>
              </a:rPr>
              <a:t>www.techonthenet.com/mysql/grant_revoke.php</a:t>
            </a:r>
            <a:endParaRPr lang="en-IN" dirty="0" smtClean="0">
              <a:latin typeface="Cambria" pitchFamily="18" charset="0"/>
            </a:endParaRPr>
          </a:p>
          <a:p>
            <a:endParaRPr lang="en-IN" dirty="0">
              <a:latin typeface="Cambria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2633942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249</Words>
  <Application>Microsoft Office PowerPoint</Application>
  <PresentationFormat>On-screen Show (4:3)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Roboto Condensed Light</vt:lpstr>
      <vt:lpstr>Arvo</vt:lpstr>
      <vt:lpstr>Roboto Condensed</vt:lpstr>
      <vt:lpstr>Cambria</vt:lpstr>
      <vt:lpstr>Salerio template</vt:lpstr>
      <vt:lpstr>Data Control Language (DCL)</vt:lpstr>
      <vt:lpstr>What is DCL?</vt:lpstr>
      <vt:lpstr>1. GRANT</vt:lpstr>
      <vt:lpstr>Examples</vt:lpstr>
      <vt:lpstr>2. REVOKE</vt:lpstr>
      <vt:lpstr>Examples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Daphy Meurial</dc:creator>
  <cp:lastModifiedBy>Microsoft account</cp:lastModifiedBy>
  <cp:revision>284</cp:revision>
  <dcterms:modified xsi:type="dcterms:W3CDTF">2026-06-19T08:45:26Z</dcterms:modified>
</cp:coreProperties>
</file>