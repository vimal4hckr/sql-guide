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01" r:id="rId3"/>
    <p:sldId id="303" r:id="rId4"/>
    <p:sldId id="304" r:id="rId5"/>
  </p:sldIdLst>
  <p:sldSz cx="9144000" cy="6858000" type="screen4x3"/>
  <p:notesSz cx="6858000" cy="9144000"/>
  <p:embeddedFontLst>
    <p:embeddedFont>
      <p:font typeface="Roboto Condensed Light" panose="020B0604020202020204" charset="0"/>
      <p:regular r:id="rId7"/>
      <p:bold r:id="rId8"/>
      <p:italic r:id="rId9"/>
      <p:boldItalic r:id="rId10"/>
    </p:embeddedFont>
    <p:embeddedFont>
      <p:font typeface="Arvo" panose="020B0604020202020204" charset="0"/>
      <p:regular r:id="rId11"/>
      <p:bold r:id="rId12"/>
      <p:italic r:id="rId13"/>
      <p:boldItalic r:id="rId14"/>
    </p:embeddedFont>
    <p:embeddedFont>
      <p:font typeface="Roboto Condense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4342" autoAdjust="0"/>
  </p:normalViewPr>
  <p:slideViewPr>
    <p:cSldViewPr>
      <p:cViewPr varScale="1">
        <p:scale>
          <a:sx n="58" d="100"/>
          <a:sy n="58" d="100"/>
        </p:scale>
        <p:origin x="15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98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innodb-autocommit-commit-rollback.html" TargetMode="External"/><Relationship Id="rId2" Type="http://schemas.openxmlformats.org/officeDocument/2006/relationships/hyperlink" Target="https://www.freecodecamp.org/news/how-to-use-mysql-transac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/>
              <a:t>Transaction Control Language (TCL)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FF00"/>
                </a:solidFill>
              </a:rPr>
              <a:t>COMMIT &amp; ROLLBACK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502142" cy="36324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The </a:t>
            </a:r>
            <a:r>
              <a:rPr lang="en-IN" b="1" dirty="0"/>
              <a:t>COMMIT</a:t>
            </a:r>
            <a:r>
              <a:rPr lang="en-IN" dirty="0"/>
              <a:t> command is used to permanently save the changes made within a transaction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endParaRPr lang="en-IN" dirty="0" smtClean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The </a:t>
            </a:r>
            <a:r>
              <a:rPr lang="en-IN" b="1" dirty="0"/>
              <a:t>ROLLBACK</a:t>
            </a:r>
            <a:r>
              <a:rPr lang="en-IN" dirty="0"/>
              <a:t> command is used to undo or cancel the changes made within a transaction</a:t>
            </a:r>
            <a:r>
              <a:rPr lang="en-IN" dirty="0" smtClean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5245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FF00"/>
                </a:solidFill>
              </a:rPr>
              <a:t>SAVEPOINT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204863"/>
            <a:ext cx="7502141" cy="34781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dirty="0"/>
              <a:t>The SAVEPOINT command is used to set a named marker within a transaction. It allows you to create a point in the transaction where you can later roll back to if needed. SAVEPOINT is often used in combination with the ROLLBACK command to undo a portion of the transaction while preserving the changes made up to a specific </a:t>
            </a:r>
            <a:r>
              <a:rPr lang="en-IN" dirty="0" err="1"/>
              <a:t>savepoint</a:t>
            </a:r>
            <a:r>
              <a:rPr lang="en-IN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grpSp>
        <p:nvGrpSpPr>
          <p:cNvPr id="6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7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67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References</a:t>
            </a: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2050651"/>
            <a:ext cx="7934190" cy="36324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>
                <a:hlinkClick r:id="rId2"/>
              </a:rPr>
              <a:t>https://www.freecodecamp.org/news/how-to-use-mysql-transactions</a:t>
            </a:r>
            <a:r>
              <a:rPr lang="en-IN" dirty="0" smtClean="0">
                <a:hlinkClick r:id="rId2"/>
              </a:rPr>
              <a:t>/</a:t>
            </a:r>
            <a:endParaRPr lang="en-IN" dirty="0" smtClean="0"/>
          </a:p>
          <a:p>
            <a:pPr>
              <a:lnSpc>
                <a:spcPct val="200000"/>
              </a:lnSpc>
            </a:pPr>
            <a:r>
              <a:rPr lang="en-IN" dirty="0">
                <a:hlinkClick r:id="rId3"/>
              </a:rPr>
              <a:t>https://</a:t>
            </a:r>
            <a:r>
              <a:rPr lang="en-IN" dirty="0" smtClean="0">
                <a:hlinkClick r:id="rId3"/>
              </a:rPr>
              <a:t>dev.mysql.com/doc/refman/8.0/en/innodb-autocommit-commit-rollback.html</a:t>
            </a:r>
            <a:endParaRPr lang="en-IN" dirty="0" smtClean="0"/>
          </a:p>
          <a:p>
            <a:pPr>
              <a:lnSpc>
                <a:spcPct val="200000"/>
              </a:lnSpc>
            </a:pPr>
            <a:r>
              <a:rPr lang="en-IN" dirty="0" smtClean="0"/>
              <a:t>Under the term “</a:t>
            </a:r>
            <a:r>
              <a:rPr lang="en-IN" b="1" dirty="0" smtClean="0"/>
              <a:t>Transaction</a:t>
            </a:r>
            <a:r>
              <a:rPr lang="en-IN" dirty="0" smtClean="0"/>
              <a:t>” using above links.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4348932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124</Words>
  <Application>Microsoft Office PowerPoint</Application>
  <PresentationFormat>On-screen Show (4:3)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Roboto Condensed Light</vt:lpstr>
      <vt:lpstr>Arvo</vt:lpstr>
      <vt:lpstr>Roboto Condensed</vt:lpstr>
      <vt:lpstr>Salerio template</vt:lpstr>
      <vt:lpstr>Transaction Control Language (TCL)</vt:lpstr>
      <vt:lpstr>COMMIT &amp; ROLLBACK</vt:lpstr>
      <vt:lpstr>SAVEPOINT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268</cp:revision>
  <dcterms:modified xsi:type="dcterms:W3CDTF">2026-06-19T08:45:14Z</dcterms:modified>
</cp:coreProperties>
</file>