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7"/>
  </p:notesMasterIdLst>
  <p:sldIdLst>
    <p:sldId id="256" r:id="rId2"/>
    <p:sldId id="301" r:id="rId3"/>
    <p:sldId id="303" r:id="rId4"/>
    <p:sldId id="304" r:id="rId5"/>
    <p:sldId id="305" r:id="rId6"/>
  </p:sldIdLst>
  <p:sldSz cx="9144000" cy="6858000" type="screen4x3"/>
  <p:notesSz cx="6858000" cy="9144000"/>
  <p:embeddedFontLst>
    <p:embeddedFont>
      <p:font typeface="Roboto Condensed Light" panose="020B0604020202020204" charset="0"/>
      <p:regular r:id="rId8"/>
      <p:bold r:id="rId9"/>
      <p:italic r:id="rId10"/>
      <p:boldItalic r:id="rId11"/>
    </p:embeddedFont>
    <p:embeddedFont>
      <p:font typeface="Arvo" panose="020B0604020202020204" charset="0"/>
      <p:regular r:id="rId12"/>
      <p:bold r:id="rId13"/>
      <p:italic r:id="rId14"/>
      <p:boldItalic r:id="rId15"/>
    </p:embeddedFont>
    <p:embeddedFont>
      <p:font typeface="Roboto Condensed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CFE"/>
    <a:srgbClr val="C6E6FC"/>
    <a:srgbClr val="C5D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84342" autoAdjust="0"/>
  </p:normalViewPr>
  <p:slideViewPr>
    <p:cSldViewPr>
      <p:cViewPr varScale="1">
        <p:scale>
          <a:sx n="58" d="100"/>
          <a:sy n="58" d="100"/>
        </p:scale>
        <p:origin x="15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5297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46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877033"/>
            <a:ext cx="1299300" cy="5772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9451"/>
            <a:ext cx="8661398" cy="6867451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454351"/>
            <a:ext cx="8847502" cy="3949300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7" y="5704465"/>
            <a:ext cx="5480829" cy="577328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smtClean="0"/>
              <a:t>SQL </a:t>
            </a:r>
            <a:r>
              <a:rPr lang="en-IN" dirty="0"/>
              <a:t>Order By Clause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rgbClr val="FFFF00"/>
                </a:solidFill>
              </a:rPr>
              <a:t>What is </a:t>
            </a:r>
            <a:r>
              <a:rPr lang="en-IN" sz="2400" dirty="0">
                <a:solidFill>
                  <a:srgbClr val="FFFF00"/>
                </a:solidFill>
              </a:rPr>
              <a:t>o</a:t>
            </a:r>
            <a:r>
              <a:rPr lang="en-IN" sz="2400" dirty="0" smtClean="0">
                <a:solidFill>
                  <a:srgbClr val="FFFF00"/>
                </a:solidFill>
              </a:rPr>
              <a:t>rder by?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502142" cy="3632400"/>
          </a:xfrm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The ORDER BY clause in SQL will help us to </a:t>
            </a:r>
            <a:r>
              <a:rPr lang="en-IN" b="1" dirty="0"/>
              <a:t>sort</a:t>
            </a:r>
            <a:r>
              <a:rPr lang="en-IN" dirty="0"/>
              <a:t> the records based on the specific column of a table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Using the ORDER BY clause, we can sort the records in ascending (</a:t>
            </a:r>
            <a:r>
              <a:rPr lang="en-IN" b="1" dirty="0" smtClean="0"/>
              <a:t>ASC</a:t>
            </a:r>
            <a:r>
              <a:rPr lang="en-IN" dirty="0" smtClean="0"/>
              <a:t>) </a:t>
            </a:r>
            <a:r>
              <a:rPr lang="en-IN" dirty="0"/>
              <a:t>or descending (</a:t>
            </a:r>
            <a:r>
              <a:rPr lang="en-IN" b="1" dirty="0"/>
              <a:t>DESC</a:t>
            </a:r>
            <a:r>
              <a:rPr lang="en-IN" dirty="0"/>
              <a:t> ) order as per our requirement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If no keyword is specified after the column based on which we have to sort the records, in that case, the sorting will be done by default in the ascending order.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5245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chemeClr val="bg1"/>
                </a:solidFill>
              </a:rPr>
              <a:t>Examples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204863"/>
            <a:ext cx="7502141" cy="3478187"/>
          </a:xfrm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b="1" dirty="0"/>
              <a:t>SELECT *FROM </a:t>
            </a:r>
            <a:r>
              <a:rPr lang="en-IN" dirty="0"/>
              <a:t>customers</a:t>
            </a:r>
            <a:r>
              <a:rPr lang="en-IN" b="1" dirty="0"/>
              <a:t> ORDER BY </a:t>
            </a:r>
            <a:r>
              <a:rPr lang="en-IN" dirty="0"/>
              <a:t>Address</a:t>
            </a:r>
            <a:r>
              <a:rPr lang="en-IN" b="1" dirty="0"/>
              <a:t>; </a:t>
            </a:r>
            <a:endParaRPr lang="en-IN" b="1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b="1" dirty="0" smtClean="0"/>
              <a:t>SELECT </a:t>
            </a:r>
            <a:r>
              <a:rPr lang="en-IN" b="1" dirty="0"/>
              <a:t>*FROM </a:t>
            </a:r>
            <a:r>
              <a:rPr lang="en-IN" dirty="0"/>
              <a:t>customers </a:t>
            </a:r>
            <a:r>
              <a:rPr lang="en-IN" b="1" dirty="0"/>
              <a:t>ORDER BY </a:t>
            </a:r>
            <a:r>
              <a:rPr lang="en-IN" dirty="0"/>
              <a:t>Name </a:t>
            </a:r>
            <a:r>
              <a:rPr lang="en-IN" b="1" dirty="0"/>
              <a:t>ASC</a:t>
            </a:r>
            <a:r>
              <a:rPr lang="en-IN" b="1" dirty="0" smtClean="0"/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b="1" dirty="0"/>
              <a:t>SELECT *FROM </a:t>
            </a:r>
            <a:r>
              <a:rPr lang="en-IN" dirty="0"/>
              <a:t>customers</a:t>
            </a:r>
            <a:r>
              <a:rPr lang="en-IN" b="1" dirty="0"/>
              <a:t> ORDER BY </a:t>
            </a:r>
            <a:r>
              <a:rPr lang="en-IN" dirty="0"/>
              <a:t>Salary</a:t>
            </a:r>
            <a:r>
              <a:rPr lang="en-IN" b="1" dirty="0"/>
              <a:t> DESC</a:t>
            </a:r>
            <a:r>
              <a:rPr lang="en-IN" b="1" dirty="0" smtClean="0"/>
              <a:t>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673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FFFF00"/>
                </a:solidFill>
              </a:rPr>
              <a:t>ORDER BY RANDOM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070094" cy="3632400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IN" dirty="0"/>
              <a:t>Sometimes you may want to display </a:t>
            </a:r>
            <a:r>
              <a:rPr lang="en-IN" b="1" dirty="0">
                <a:solidFill>
                  <a:srgbClr val="7030A0"/>
                </a:solidFill>
              </a:rPr>
              <a:t>random information </a:t>
            </a:r>
            <a:r>
              <a:rPr lang="en-IN" dirty="0"/>
              <a:t>like articles, links, pages, etc., to your user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IN" dirty="0"/>
              <a:t> </a:t>
            </a:r>
            <a:r>
              <a:rPr lang="en-IN" b="1" dirty="0"/>
              <a:t>SELECT</a:t>
            </a:r>
            <a:r>
              <a:rPr lang="en-IN" dirty="0"/>
              <a:t> column </a:t>
            </a:r>
            <a:r>
              <a:rPr lang="en-IN" b="1" dirty="0"/>
              <a:t>FROM</a:t>
            </a:r>
            <a:r>
              <a:rPr lang="en-IN" dirty="0"/>
              <a:t> table </a:t>
            </a:r>
            <a:r>
              <a:rPr lang="en-IN" b="1" dirty="0" smtClean="0"/>
              <a:t>ORDER </a:t>
            </a:r>
            <a:r>
              <a:rPr lang="en-IN" b="1" dirty="0"/>
              <a:t>BY RAND () LIMIT 1; </a:t>
            </a:r>
            <a:endParaRPr lang="en-IN" b="1" dirty="0" smtClean="0"/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IN" b="1" dirty="0"/>
              <a:t>SELECT * FROM </a:t>
            </a:r>
            <a:r>
              <a:rPr lang="en-IN" dirty="0"/>
              <a:t>items</a:t>
            </a:r>
            <a:r>
              <a:rPr lang="en-IN" b="1" dirty="0"/>
              <a:t> ORDER BY RAND ();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7099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FFFF00"/>
                </a:solidFill>
              </a:rPr>
              <a:t>ORDER BY </a:t>
            </a:r>
            <a:r>
              <a:rPr lang="en-IN" sz="2400" dirty="0" smtClean="0">
                <a:solidFill>
                  <a:srgbClr val="FFFF00"/>
                </a:solidFill>
              </a:rPr>
              <a:t>Multiple Columns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358126" cy="3632400"/>
          </a:xfrm>
        </p:spPr>
        <p:txBody>
          <a:bodyPr/>
          <a:lstStyle/>
          <a:p>
            <a:endParaRPr lang="en-IN" b="1" dirty="0" smtClean="0"/>
          </a:p>
          <a:p>
            <a:endParaRPr lang="en-IN" b="1" dirty="0"/>
          </a:p>
          <a:p>
            <a:r>
              <a:rPr lang="en-IN" b="1" dirty="0" smtClean="0"/>
              <a:t>SELECT</a:t>
            </a:r>
            <a:r>
              <a:rPr lang="en-IN" b="1" dirty="0"/>
              <a:t> * FROM </a:t>
            </a:r>
            <a:r>
              <a:rPr lang="en-IN" dirty="0"/>
              <a:t>customers </a:t>
            </a:r>
            <a:r>
              <a:rPr lang="en-IN" b="1" dirty="0" smtClean="0"/>
              <a:t>ORDER</a:t>
            </a:r>
            <a:r>
              <a:rPr lang="en-IN" b="1" dirty="0"/>
              <a:t> BY </a:t>
            </a:r>
            <a:r>
              <a:rPr lang="en-IN" dirty="0"/>
              <a:t>country, </a:t>
            </a:r>
            <a:r>
              <a:rPr lang="en-IN" dirty="0" err="1" smtClean="0"/>
              <a:t>CustomerName</a:t>
            </a:r>
            <a:r>
              <a:rPr lang="en-IN" dirty="0" smtClean="0"/>
              <a:t>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85103370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172</Words>
  <Application>Microsoft Office PowerPoint</Application>
  <PresentationFormat>On-screen Show (4:3)</PresentationFormat>
  <Paragraphs>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Roboto Condensed Light</vt:lpstr>
      <vt:lpstr>Arvo</vt:lpstr>
      <vt:lpstr>Roboto Condensed</vt:lpstr>
      <vt:lpstr>Salerio template</vt:lpstr>
      <vt:lpstr>SQL Order By Clause</vt:lpstr>
      <vt:lpstr>What is order by?</vt:lpstr>
      <vt:lpstr>Examples</vt:lpstr>
      <vt:lpstr>ORDER BY RANDOM</vt:lpstr>
      <vt:lpstr>ORDER BY Multiple Columns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Daphy Meurial</dc:creator>
  <cp:lastModifiedBy>Microsoft account</cp:lastModifiedBy>
  <cp:revision>301</cp:revision>
  <dcterms:modified xsi:type="dcterms:W3CDTF">2026-06-19T08:45:37Z</dcterms:modified>
</cp:coreProperties>
</file>